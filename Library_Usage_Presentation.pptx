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OpenCV (Computer Vision Library)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and tracks special markers (like QR codes) using ArUco</a:t>
            </a:r>
          </a:p>
          <a:p>
            <a:r>
              <a:t>Fixes the angle and shape of images (perspective correction)</a:t>
            </a:r>
          </a:p>
          <a:p>
            <a:r>
              <a:t>Corrects camera lens distortion (calibration)</a:t>
            </a:r>
          </a:p>
          <a:p>
            <a:r>
              <a:t>Finds edges and straight lines in images</a:t>
            </a:r>
          </a:p>
          <a:p>
            <a:r>
              <a:t>Works with videos frame-by-frame for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NumPy (Numerical 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Works closely with OpenCV and other image tools</a:t>
            </a:r>
          </a:p>
          <a:p>
            <a:r>
              <a:t>Stores image data in a memory-efficient way</a:t>
            </a:r>
          </a:p>
          <a:p>
            <a:r>
              <a:t>Does fast math operations on images</a:t>
            </a:r>
          </a:p>
          <a:p>
            <a:r>
              <a:t>Helps with transforming and manipulating images using matrices</a:t>
            </a:r>
          </a:p>
          <a:p>
            <a:r>
              <a:t>Speeds up processing using powerful array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EasyOCR (Optical Character Recognition)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a deep learning model (CRNN) to read text from images</a:t>
            </a:r>
          </a:p>
          <a:p>
            <a:r>
              <a:t>Supports over 80 languages</a:t>
            </a:r>
          </a:p>
          <a:p>
            <a:r>
              <a:t>Uses GPU to run faster (CUDA support)</a:t>
            </a:r>
          </a:p>
          <a:p>
            <a:r>
              <a:t>Can read text even if it's rotated or distorted</a:t>
            </a:r>
          </a:p>
          <a:p>
            <a:r>
              <a:t>Gives a confidence score for how accurate the text reading 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MediaPipe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hand positions and landmarks in real-time</a:t>
            </a:r>
          </a:p>
          <a:p>
            <a:r>
              <a:t>Runs fast even on low-power devices</a:t>
            </a:r>
          </a:p>
          <a:p>
            <a:r>
              <a:t>Works on phones, desktops, and other platforms</a:t>
            </a:r>
          </a:p>
          <a:p>
            <a:r>
              <a:t>Built to work smoothly on mobile (lightweight models)</a:t>
            </a:r>
          </a:p>
          <a:p>
            <a:r>
              <a:t>Uses TensorFlow Lite for speed and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Pillow (Image Processing Library)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Converts between different image formats (like PNG to JPEG)</a:t>
            </a:r>
          </a:p>
          <a:p>
            <a:r>
              <a:t>Improves image quality with filters</a:t>
            </a:r>
          </a:p>
          <a:p>
            <a:r>
              <a:t>Changes color formats (like RGB to grayscale)</a:t>
            </a:r>
          </a:p>
          <a:p>
            <a:r>
              <a:t>Works well with text-recognition tools like EasyOCR</a:t>
            </a:r>
          </a:p>
          <a:p>
            <a:r>
              <a:t>Handles images without using too much memory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