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Loops in Python 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how computers repeat tasks</a:t>
            </a:r>
          </a:p>
          <a:p>
            <a:r>
              <a:t>Srikala Sandu | iD Tech Teaching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Your Instructor 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Master's student in Computer Science</a:t>
            </a:r>
          </a:p>
          <a:p>
            <a:r>
              <a:t>• Love teaching coding</a:t>
            </a:r>
          </a:p>
          <a:p>
            <a:r>
              <a:t>• Built real apps using Python &amp; AI</a:t>
            </a:r>
          </a:p>
          <a:p>
            <a:r>
              <a:t>• Excited to code with you!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Lesson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a loop?</a:t>
            </a:r>
          </a:p>
          <a:p>
            <a:r>
              <a:t>• Why loops are important</a:t>
            </a:r>
          </a:p>
          <a:p>
            <a:r>
              <a:t>• Writing a for loop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Loop? 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Repeats instructions</a:t>
            </a:r>
          </a:p>
          <a:p>
            <a:r>
              <a:t>• Saves time</a:t>
            </a:r>
          </a:p>
          <a:p>
            <a:r>
              <a:t>• Makes coding easier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 Example 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 in range(5):</a:t>
            </a:r>
          </a:p>
          <a:p>
            <a:r>
              <a:t>    print('hello, coder!')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Breaking It Down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 i → counter</a:t>
            </a:r>
          </a:p>
          <a:p>
            <a:r>
              <a:t>• range(5) → repeat 5 times</a:t>
            </a:r>
          </a:p>
          <a:p>
            <a:r>
              <a:t>• indented code runs repeatedly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 in Real Life 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Games</a:t>
            </a:r>
          </a:p>
          <a:p>
            <a:r>
              <a:t>• Minecraft</a:t>
            </a:r>
          </a:p>
          <a:p>
            <a:r>
              <a:t>• Apps and websites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Great Job, Coder!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Loops repeat actions</a:t>
            </a:r>
          </a:p>
          <a:p>
            <a:r>
              <a:t>• Python uses for loops</a:t>
            </a:r>
          </a:p>
          <a:p>
            <a:r>
              <a:t>• Keep building cool things!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